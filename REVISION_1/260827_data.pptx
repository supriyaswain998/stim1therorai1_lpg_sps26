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8" r:id="rId4"/>
    <p:sldId id="257" r:id="rId5"/>
    <p:sldId id="260" r:id="rId6"/>
    <p:sldId id="25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CBCC-CC07-5438-BD53-BAFC74ADA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09F1ED-769C-72E8-81D6-DC16044BB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3EA46-D227-38AC-C4AD-1572E935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45C56-8A56-8149-6AE5-4DC040AF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AA419-8A3C-CD28-F8E2-4ED64B9C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17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74D6-069B-95E6-0FE8-B8E00DC7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9EB9B-059C-EC9E-5A28-76C8998CB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2A1BC-B17F-11F2-5062-B2045700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ACF01-EC7E-7198-CCAA-BEFF6F97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A867-4B7D-CC19-3B71-A20A68E3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37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27BB-DD61-D83A-9EBE-21ECF8F7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4162D-4BC7-4EE2-9DA8-55DFD57DF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818A5-D0C7-3714-32AB-1AC0213D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6FE3E-5ABE-DC92-D697-5D37B417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EA7A6-223C-ED1D-8540-463C1873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08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6839-6FBF-8F6A-356B-EECF9313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CBEAF-0EC5-A7E5-6C42-013D317A0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E3FD4-1ADA-E3C5-59B5-9DF238F95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45B5D-D5B9-8990-7109-3FE50191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210B1-BFAA-854C-07A5-67F1A205C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30DD1-9EB6-E07D-AFE0-62727900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82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7373-2ADF-0A4F-F0F7-7A81439E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D50C2-1BDE-8997-C118-0AF77A76A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3A6C4-1228-7B70-24F0-B948C09EA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8B939E-7BB1-1F84-24F3-9ED5C6A24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E130F-B14F-F7F5-1486-E7BBE8C05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D57FFE-E214-78E9-FD10-3CCFC732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37F85-FDF3-AA7B-5008-D45073B9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34F7C-F386-D52B-BC90-7FABDE58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291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9A80-07B3-F01B-10BA-41A73501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7CE7F-61A8-A450-DEE3-0520A3D6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DC57C-193F-06B9-6F52-A5B62F36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3D1DC-1FD6-1C5C-D57E-0FE52F40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8227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6537D4-355B-0565-75D4-B9630E18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1CA06-4513-4FD1-DAC5-40E82D0C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261B4-AEA3-2FBF-B80C-A730CBABB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49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9C37-452C-167B-2855-0715F998C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DAF52-FD25-371D-2822-71379B1AA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BAABD-5E40-7047-4FC8-F2B7AF0C5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11F70-7843-8220-5D2E-4CF37B68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08D5E-C857-9109-4A8E-00B46D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64EF5-9994-E5EF-C0BA-D7E7722D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301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DFFB-0A5E-4E87-2E1E-EDAAEF23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F2E981-5803-649E-9D54-6EE279EFE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225F9-248E-5895-CEAB-D15F485A9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A8301-A58B-8F79-80B9-C9AD00CA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A874A-AEC5-7704-3F57-83FC49A5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1A78A-45FF-C3F5-5E98-28D717A9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892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E79ED-F58B-CDB6-DC7F-A91C0593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D80A9-5899-B805-EF58-E5C263F4F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A22CA-4C63-A510-9780-FA906217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6B7C-7E28-3D0E-1021-6498A17B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1D698-4491-5C25-38B6-61B68A9B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22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475C4-69D3-EFB9-E5EF-7C3DC1706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58A28-1DF7-80EC-6725-0D76C5421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37BD4-7758-D11E-F235-6D97E209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D6BA-1887-8EC3-2B81-DB5A77A5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732B6-6B63-1DC5-CC60-F7A3F7E5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5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E7A71-640B-AA4F-4957-A8EE6A7C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AD9C4-B456-F428-7CF1-5B6B2E136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BE9D-EDE0-BE81-1738-02B088CFE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B7748-4199-4F0E-BD87-08DA332BF7E0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1039E-006B-57B8-3A3C-FDBEF10AD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EADC3-5DFC-150C-C846-31223C9F6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D7344-5C5C-4FE7-87F7-9673A976A2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11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17.png"/><Relationship Id="rId12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24.pn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F0E86D-11AF-A5FA-1C8F-E7BC99F44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4" y="1642813"/>
            <a:ext cx="10012172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3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1AFC9E-C48F-87FA-3DEE-4BBBDA2BA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01" y="0"/>
            <a:ext cx="10155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75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2843FC-248D-1022-C1D5-A5F36F85515B}"/>
              </a:ext>
            </a:extLst>
          </p:cNvPr>
          <p:cNvSpPr txBox="1"/>
          <p:nvPr/>
        </p:nvSpPr>
        <p:spPr>
          <a:xfrm>
            <a:off x="74645" y="102637"/>
            <a:ext cx="3248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Skeletal muscle regeneration</a:t>
            </a:r>
            <a:endParaRPr lang="fr-FR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8E8DF-EF4C-ED65-D8C7-D8B266FD4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56" y="986792"/>
            <a:ext cx="2831640" cy="235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6352C7-1254-E6A6-AC67-06AF0D444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596" y="861989"/>
            <a:ext cx="2981404" cy="24845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AFDAF4-DEA3-E7D7-3761-98A6803379F7}"/>
              </a:ext>
            </a:extLst>
          </p:cNvPr>
          <p:cNvSpPr txBox="1"/>
          <p:nvPr/>
        </p:nvSpPr>
        <p:spPr>
          <a:xfrm>
            <a:off x="1618771" y="544714"/>
            <a:ext cx="286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New muscle regeneration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8A9BF-4A29-A14C-89FF-CEAF928DA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06" y="3953586"/>
            <a:ext cx="2831640" cy="2359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959980-8D8A-2565-3158-26C353A86E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663" y="3953586"/>
            <a:ext cx="2831640" cy="2359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E338F4-9B80-51F5-75F6-65B29055AE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354" y="2176985"/>
            <a:ext cx="2981404" cy="24845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1F5EEB-AAC0-5664-876D-0ABDAAFD0BF8}"/>
              </a:ext>
            </a:extLst>
          </p:cNvPr>
          <p:cNvSpPr txBox="1"/>
          <p:nvPr/>
        </p:nvSpPr>
        <p:spPr>
          <a:xfrm>
            <a:off x="1618771" y="3419237"/>
            <a:ext cx="3575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</a:rPr>
              <a:t>Growth</a:t>
            </a:r>
            <a:r>
              <a:rPr lang="fr-FR" b="1" dirty="0">
                <a:solidFill>
                  <a:srgbClr val="FF0000"/>
                </a:solidFill>
              </a:rPr>
              <a:t>/</a:t>
            </a:r>
            <a:r>
              <a:rPr lang="fr-FR" b="1" dirty="0" err="1">
                <a:solidFill>
                  <a:srgbClr val="FF0000"/>
                </a:solidFill>
              </a:rPr>
              <a:t>regenerative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signaling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DA00C9-2F3A-2E53-EF43-E8ABF2419BB2}"/>
              </a:ext>
            </a:extLst>
          </p:cNvPr>
          <p:cNvSpPr txBox="1"/>
          <p:nvPr/>
        </p:nvSpPr>
        <p:spPr>
          <a:xfrm>
            <a:off x="7705440" y="1734908"/>
            <a:ext cx="3845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</a:rPr>
              <a:t>Remodeling</a:t>
            </a:r>
            <a:r>
              <a:rPr lang="fr-FR" b="1" dirty="0">
                <a:solidFill>
                  <a:srgbClr val="FF0000"/>
                </a:solidFill>
              </a:rPr>
              <a:t> of </a:t>
            </a:r>
            <a:r>
              <a:rPr lang="fr-FR" b="1" dirty="0" err="1">
                <a:solidFill>
                  <a:srgbClr val="FF0000"/>
                </a:solidFill>
              </a:rPr>
              <a:t>regenerative</a:t>
            </a:r>
            <a:r>
              <a:rPr lang="fr-FR" b="1" dirty="0">
                <a:solidFill>
                  <a:srgbClr val="FF0000"/>
                </a:solidFill>
              </a:rPr>
              <a:t> niche</a:t>
            </a:r>
          </a:p>
        </p:txBody>
      </p:sp>
    </p:spTree>
    <p:extLst>
      <p:ext uri="{BB962C8B-B14F-4D97-AF65-F5344CB8AC3E}">
        <p14:creationId xmlns:p14="http://schemas.microsoft.com/office/powerpoint/2010/main" val="415986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7708B3-5399-0C53-6841-6CC526E9D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959"/>
            <a:ext cx="2724539" cy="227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CF79EB-A1C5-FF0F-D19F-08A01EFA1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558" y="125959"/>
            <a:ext cx="2724539" cy="22704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666F5D-8450-CF90-F6FA-E6D453C65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116" y="125959"/>
            <a:ext cx="2724540" cy="2270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02E3A2-9685-360F-60FF-79E976B67F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674" y="125959"/>
            <a:ext cx="2724539" cy="22704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18CDB0-7120-5657-0FF0-64CB64A416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17" y="2396408"/>
            <a:ext cx="2724540" cy="2270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205D0-22D5-CC90-4CE4-34486826A3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067" y="2396408"/>
            <a:ext cx="2724539" cy="22704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FEE45F-5847-780E-2795-2EBD463A65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370" y="2396408"/>
            <a:ext cx="2724540" cy="22704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CE9415-AB2F-2147-57C1-3D3D4D8BE7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674" y="2396408"/>
            <a:ext cx="2724540" cy="22704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37592B-FC44-C866-C50B-CD78D6C10F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89" y="4694666"/>
            <a:ext cx="2444850" cy="20373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5F4885E-4C92-E1BF-B346-5866559749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067" y="4772603"/>
            <a:ext cx="2191753" cy="18264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D986395-5AC1-3987-9031-BBA2BB7B43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561" y="4772602"/>
            <a:ext cx="2191753" cy="18264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BABA8B8-9898-0BCF-835A-700651EF8A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055" y="4694666"/>
            <a:ext cx="2444850" cy="20373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D94B8FB-845C-BAE9-DC8A-76F3F1402C4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905" y="4807889"/>
            <a:ext cx="2107063" cy="175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3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DAF122-BC58-C9BF-F31D-3B4EB8A35B56}"/>
              </a:ext>
            </a:extLst>
          </p:cNvPr>
          <p:cNvSpPr txBox="1"/>
          <p:nvPr/>
        </p:nvSpPr>
        <p:spPr>
          <a:xfrm>
            <a:off x="74645" y="102637"/>
            <a:ext cx="19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mTORC</a:t>
            </a:r>
            <a:r>
              <a:rPr lang="en-US" b="1" dirty="0"/>
              <a:t> pathway</a:t>
            </a:r>
            <a:endParaRPr lang="fr-FR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4AE32-1429-3F05-EA54-ED64A632D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" y="1110338"/>
            <a:ext cx="2782395" cy="2318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FDAD84-7A97-D5C4-7EC6-4F997BEA4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770" y="1096348"/>
            <a:ext cx="2782396" cy="2318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80681-CB24-DCB6-B50A-6787A1000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48" y="4224430"/>
            <a:ext cx="2782396" cy="23186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469EAE-84CD-D82D-D146-82851310F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44" y="4308397"/>
            <a:ext cx="2698422" cy="2248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2A00D2-05E9-6E26-C6B4-CE9B9FA612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932" y="2675556"/>
            <a:ext cx="2782395" cy="23186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6A22BC-5163-729A-83E3-F341966477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256" y="2743721"/>
            <a:ext cx="2618798" cy="21823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401E7E-E164-363F-5B63-E1796CEE157A}"/>
              </a:ext>
            </a:extLst>
          </p:cNvPr>
          <p:cNvSpPr txBox="1"/>
          <p:nvPr/>
        </p:nvSpPr>
        <p:spPr>
          <a:xfrm>
            <a:off x="1618771" y="544714"/>
            <a:ext cx="1992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Protein </a:t>
            </a:r>
            <a:r>
              <a:rPr lang="fr-FR" b="1" dirty="0" err="1">
                <a:solidFill>
                  <a:srgbClr val="FF0000"/>
                </a:solidFill>
              </a:rPr>
              <a:t>synthesis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86C388-DE38-E807-B912-8C56714F7D83}"/>
              </a:ext>
            </a:extLst>
          </p:cNvPr>
          <p:cNvSpPr txBox="1"/>
          <p:nvPr/>
        </p:nvSpPr>
        <p:spPr>
          <a:xfrm>
            <a:off x="7969521" y="2255679"/>
            <a:ext cx="281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>
                <a:solidFill>
                  <a:srgbClr val="FF0000"/>
                </a:solidFill>
              </a:rPr>
              <a:t>Core mTORC1 machinery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D1431-05F5-0BD0-A2DD-85924F3AD421}"/>
              </a:ext>
            </a:extLst>
          </p:cNvPr>
          <p:cNvSpPr txBox="1"/>
          <p:nvPr/>
        </p:nvSpPr>
        <p:spPr>
          <a:xfrm>
            <a:off x="1860773" y="3593071"/>
            <a:ext cx="1992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Protein </a:t>
            </a:r>
            <a:r>
              <a:rPr lang="fr-FR" b="1" dirty="0" err="1">
                <a:solidFill>
                  <a:srgbClr val="FF0000"/>
                </a:solidFill>
              </a:rPr>
              <a:t>synthesis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11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CAE025-E388-4284-0C8D-D45FFB423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3" y="0"/>
            <a:ext cx="2782395" cy="2318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AE64D-8224-A298-7BDE-C723D5470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778" y="0"/>
            <a:ext cx="2782396" cy="2318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1398E8-405D-04D6-F149-A19D2893A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26" y="6995"/>
            <a:ext cx="2782395" cy="2318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25C196-BB24-5350-943A-F7C56B5F12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521" y="13989"/>
            <a:ext cx="2782396" cy="23186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8A2C6E-E6E9-84B5-9A4C-6C0F7CC4BF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" y="2332652"/>
            <a:ext cx="2782395" cy="23186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04E37B-F218-BBD5-5315-90D7F869C3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698" y="2318662"/>
            <a:ext cx="2782396" cy="2318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B1EF7F-8B21-920E-B8FC-DD2988FEB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014" y="2339646"/>
            <a:ext cx="2782396" cy="23186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EC78EC-31BC-93D7-EC4E-C498342719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410" y="2423613"/>
            <a:ext cx="2698422" cy="22486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8369E2-64A6-D6F6-B2DE-A761DA09F6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49" y="4609315"/>
            <a:ext cx="2698422" cy="22486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28868FD-5050-65C0-ACD6-0E9D2CFE04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310" y="4609315"/>
            <a:ext cx="2618798" cy="218233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3CD2744-0447-E0FA-7BBE-B4AB879AD0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706" y="4759532"/>
            <a:ext cx="2355815" cy="196317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A6F51A0-3B98-603C-643E-286C3A4227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339" y="4674442"/>
            <a:ext cx="2462493" cy="205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IGBMC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Supriya Priyadarshani SWAIN</dc:creator>
  <cp:lastModifiedBy>Supriya Priyadarshani SWAIN</cp:lastModifiedBy>
  <cp:revision>1</cp:revision>
  <dcterms:created xsi:type="dcterms:W3CDTF">2026-08-27T10:05:55Z</dcterms:created>
  <dcterms:modified xsi:type="dcterms:W3CDTF">2026-08-27T10:06:20Z</dcterms:modified>
</cp:coreProperties>
</file>